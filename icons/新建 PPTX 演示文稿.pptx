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5D50"/>
    <a:srgbClr val="E6B6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文档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18305" y="2609850"/>
            <a:ext cx="914400" cy="914400"/>
          </a:xfrm>
          <a:prstGeom prst="rect">
            <a:avLst/>
          </a:prstGeom>
        </p:spPr>
      </p:pic>
      <p:pic>
        <p:nvPicPr>
          <p:cNvPr id="4" name="图片 3" descr="撤销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9555" y="2971800"/>
            <a:ext cx="552450" cy="552450"/>
          </a:xfrm>
          <a:prstGeom prst="rect">
            <a:avLst/>
          </a:prstGeom>
        </p:spPr>
      </p:pic>
      <p:pic>
        <p:nvPicPr>
          <p:cNvPr id="8" name="图片 7" descr="书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28920" y="2609850"/>
            <a:ext cx="914400" cy="914400"/>
          </a:xfrm>
          <a:prstGeom prst="rect">
            <a:avLst/>
          </a:prstGeom>
        </p:spPr>
      </p:pic>
      <p:pic>
        <p:nvPicPr>
          <p:cNvPr id="9" name="图片 8" descr="铅笔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48960" y="2609850"/>
            <a:ext cx="594360" cy="594360"/>
          </a:xfrm>
          <a:prstGeom prst="rect">
            <a:avLst/>
          </a:prstGeom>
        </p:spPr>
      </p:pic>
      <p:pic>
        <p:nvPicPr>
          <p:cNvPr id="10" name="图片 9" descr="电源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3200" y="2609850"/>
            <a:ext cx="914400" cy="9144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897380" y="2467610"/>
            <a:ext cx="12598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>
                <a:solidFill>
                  <a:srgbClr val="305D50"/>
                </a:solidFill>
                <a:latin typeface="Meiryo UI" panose="020B0604030504040204" charset="-128"/>
                <a:ea typeface="Meiryo UI" panose="020B0604030504040204" charset="-128"/>
              </a:rPr>
              <a:t>I</a:t>
            </a:r>
            <a:endParaRPr lang="en-US" altLang="zh-CN" sz="7200">
              <a:solidFill>
                <a:srgbClr val="305D50"/>
              </a:solidFill>
              <a:latin typeface="Meiryo UI" panose="020B0604030504040204" charset="-128"/>
              <a:ea typeface="Meiryo UI" panose="020B0604030504040204" charset="-128"/>
            </a:endParaRPr>
          </a:p>
        </p:txBody>
      </p:sp>
      <p:pic>
        <p:nvPicPr>
          <p:cNvPr id="12" name="图片 11" descr="电脑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90520" y="2617470"/>
            <a:ext cx="914400" cy="914400"/>
          </a:xfrm>
          <a:prstGeom prst="rect">
            <a:avLst/>
          </a:prstGeom>
        </p:spPr>
      </p:pic>
      <p:pic>
        <p:nvPicPr>
          <p:cNvPr id="15" name="图片 14" descr="电源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36840" y="2617470"/>
            <a:ext cx="914400" cy="914400"/>
          </a:xfrm>
          <a:prstGeom prst="rect">
            <a:avLst/>
          </a:prstGeom>
        </p:spPr>
      </p:pic>
      <p:cxnSp>
        <p:nvCxnSpPr>
          <p:cNvPr id="16" name="直接连接符 15"/>
          <p:cNvCxnSpPr/>
          <p:nvPr/>
        </p:nvCxnSpPr>
        <p:spPr>
          <a:xfrm flipH="1">
            <a:off x="7813040" y="2693670"/>
            <a:ext cx="762000" cy="762635"/>
          </a:xfrm>
          <a:prstGeom prst="line">
            <a:avLst/>
          </a:prstGeom>
          <a:ln w="76200" cap="rnd">
            <a:solidFill>
              <a:srgbClr val="E6B65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10&quot;:[3655343,50026345,50059455,50012958,50025083,20192703,21601124,3649899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8" baseType="lpstr">
      <vt:lpstr>Arial</vt:lpstr>
      <vt:lpstr>宋体</vt:lpstr>
      <vt:lpstr>Wingdings</vt:lpstr>
      <vt:lpstr>Arial Unicode MS</vt:lpstr>
      <vt:lpstr>Calibri</vt:lpstr>
      <vt:lpstr>微软雅黑</vt:lpstr>
      <vt:lpstr>汉仪铸字木头人W</vt:lpstr>
      <vt:lpstr>Algerian</vt:lpstr>
      <vt:lpstr>汉仪程行简</vt:lpstr>
      <vt:lpstr>华文宋体</vt:lpstr>
      <vt:lpstr>华文楷体</vt:lpstr>
      <vt:lpstr>华文仿宋</vt:lpstr>
      <vt:lpstr>华文中宋</vt:lpstr>
      <vt:lpstr>华文细黑</vt:lpstr>
      <vt:lpstr>幼圆</vt:lpstr>
      <vt:lpstr>华文隶书</vt:lpstr>
      <vt:lpstr>微软雅黑 Light</vt:lpstr>
      <vt:lpstr>方正姚体</vt:lpstr>
      <vt:lpstr>新宋体</vt:lpstr>
      <vt:lpstr>黑体</vt:lpstr>
      <vt:lpstr>隶书</vt:lpstr>
      <vt:lpstr>等线</vt:lpstr>
      <vt:lpstr>等线 Light</vt:lpstr>
      <vt:lpstr>BIZ UDGothic</vt:lpstr>
      <vt:lpstr>Malgun Gothic</vt:lpstr>
      <vt:lpstr>Meiryo UI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Wang</dc:creator>
  <cp:lastModifiedBy>孙玲</cp:lastModifiedBy>
  <cp:revision>10</cp:revision>
  <dcterms:created xsi:type="dcterms:W3CDTF">2023-08-09T12:44:00Z</dcterms:created>
  <dcterms:modified xsi:type="dcterms:W3CDTF">2026-09-13T07:49:32Z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8C698EFBE290464DAF29ACDD070EF820_12</vt:lpwstr>
  </property>
</Properties>
</file>